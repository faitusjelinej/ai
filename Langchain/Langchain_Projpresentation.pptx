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75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Studies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Guide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Code Walkthrough</a:t>
            </a:r>
            <a:endParaRPr lang="en-US" sz="1500" dirty="0"/>
          </a:p>
        </p:txBody>
      </p:sp>
      <p:pic>
        <p:nvPicPr>
          <p:cNvPr id="9" name="Picture 8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E0C0BD4F-CAA3-33EA-FD0C-599558E24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LangChain?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to build apps powered by LLMs.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LLMs to your own data, tools, and memory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every component is swappable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OpenAI, Groq, Ollama, HuggingFace and more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vector store or embedding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RAG, Agents, Chatbots, and Pipelines</a:t>
            </a:r>
            <a:endParaRPr lang="en-US" sz="1600" dirty="0"/>
          </a:p>
        </p:txBody>
      </p:sp>
      <p:pic>
        <p:nvPicPr>
          <p:cNvPr id="6" name="Picture 5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D888BC5B-8813-0086-CF60-437897E90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32461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chunks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documents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560320" cy="32461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051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that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prompt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560320" cy="32461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051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that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LLM YOUR data as context — not just what it already knows.</a:t>
            </a:r>
            <a:endParaRPr lang="en-US" sz="1400" dirty="0"/>
          </a:p>
        </p:txBody>
      </p:sp>
      <p:pic>
        <p:nvPicPr>
          <p:cNvPr id="17" name="Picture 16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B82A255E-6594-132C-6412-BFAEAB90F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Components in the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file (doc.txt)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051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doc into 500-char 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051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vectors (numbers)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searches vectors (Chroma)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context + question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6364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Parser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generates the answer</a:t>
            </a:r>
            <a:endParaRPr lang="en-US" sz="1200" dirty="0"/>
          </a:p>
        </p:txBody>
      </p:sp>
      <p:pic>
        <p:nvPicPr>
          <p:cNvPr id="28" name="Picture 27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346F9932-BF35-B967-AA84-A069D7B5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  &amp;  Text Splitter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file → returns a list of Documents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 — for plain text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PDFLoader — for PDF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WebBaseLoader — scrape web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CSVLoader — tabular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large docs into smaller chunks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token limits — pass only what's relevant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chunk_size=500 — max characters per chunk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 — keeps context at boundaries</a:t>
            </a:r>
            <a:endParaRPr lang="en-US" sz="1400" dirty="0"/>
          </a:p>
        </p:txBody>
      </p:sp>
      <p:pic>
        <p:nvPicPr>
          <p:cNvPr id="10" name="Picture 9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D2F941C0-96A8-4FD0-A7B4-9E0BB801B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 &amp;  Vector Store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a vector (list of numbers)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meaning — not just keywords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all-MiniLM-L6-v2 — runs fully locally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 for embeddings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(Chroma)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chunk vectors in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question arrives — embed it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closest vectors (similarity search)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most relevant chunks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FAISS, Pinecone, Weaviate</a:t>
            </a:r>
            <a:endParaRPr lang="en-US" sz="1400" dirty="0"/>
          </a:p>
        </p:txBody>
      </p:sp>
      <p:pic>
        <p:nvPicPr>
          <p:cNvPr id="11" name="Picture 10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7EFC08B0-1C33-787D-957D-675FF0A45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— LangChain Expression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|  pipe operator connects components into a pipeline.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7315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920240" cy="7315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920240" cy="7315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(Groq)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1417320"/>
            <a:ext cx="1920240" cy="7315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receives output from the previous step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— fetches relevant chunks from Chroma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— fills in context and question variables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Groq runs Llama 3 and generates the answer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 — converts the LLM response to plain text</a:t>
            </a:r>
            <a:endParaRPr lang="en-US" sz="1600" dirty="0"/>
          </a:p>
        </p:txBody>
      </p:sp>
      <p:pic>
        <p:nvPicPr>
          <p:cNvPr id="17" name="Picture 16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DE40C84C-DD6F-D093-0F56-C6715398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 (runs once at startup)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doc.txt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chunks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2280" y="13258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Chroma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(runs every question)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28346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26974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1460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chunks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8346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28346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12280" y="2697480"/>
            <a:ext cx="19202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is done once — expensive but reused every 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phase is fast — retrieval + one LLM call</a:t>
            </a:r>
            <a:endParaRPr lang="en-US" sz="1600" dirty="0"/>
          </a:p>
        </p:txBody>
      </p:sp>
      <p:pic>
        <p:nvPicPr>
          <p:cNvPr id="29" name="Picture 28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93C6CC54-A8DB-7E34-8F5D-F5AFB5291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modular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62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any component — Groq → OpenAI, Chroma → FAISS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give the LLM your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22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the prompt → Generate the answer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5486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makes it composable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826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pipe operator builds clean, readable pipelines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54864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840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the key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242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convert text to meaning — this is how retrieval works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walk through the code  →</a:t>
            </a:r>
            <a:endParaRPr lang="en-US" sz="1400" dirty="0"/>
          </a:p>
        </p:txBody>
      </p:sp>
      <p:pic>
        <p:nvPicPr>
          <p:cNvPr id="21" name="Picture 20" descr="A logo for data engineering studies&#10;&#10;AI-generated content may be incorrect.">
            <a:extLst>
              <a:ext uri="{FF2B5EF4-FFF2-40B4-BE49-F238E27FC236}">
                <a16:creationId xmlns:a16="http://schemas.microsoft.com/office/drawing/2014/main" id="{5779FA10-2F98-6B09-B2B5-98B49BE83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529</Words>
  <Application>Microsoft Macintosh PowerPoint</Application>
  <PresentationFormat>On-screen Show (16:9)</PresentationFormat>
  <Paragraphs>124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Faitus Jeline Joseph</cp:lastModifiedBy>
  <cp:revision>3</cp:revision>
  <dcterms:created xsi:type="dcterms:W3CDTF">2026-03-13T07:47:44Z</dcterms:created>
  <dcterms:modified xsi:type="dcterms:W3CDTF">2026-03-13T21:33:46Z</dcterms:modified>
</cp:coreProperties>
</file>